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6200" b="1">
                <a:solidFill>
                  <a:srgbClr val="E8ECF1"/>
                </a:solidFill>
                <a:latin typeface="Helvetica Neue"/>
              </a:rPr>
              <a:t>μInference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36D3C4"/>
                </a:solidFill>
                <a:latin typeface="Helvetica Neue"/>
              </a:rPr>
              <a:t>A verifiable minimum inference engine for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692 lines of trusted code.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Same output on seven different systems, bit for bit.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8B99A8"/>
                </a:solidFill>
                <a:latin typeface="Helvetica Neue"/>
              </a:rPr>
              <a:t>Runs on seL4, a formally verified microkernel.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8521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SL5 Task Force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 small LLM inference engine built to be checked.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Small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692 lines of code do the inference.
No libc. No libm. No heap. No threads.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Same weights and prompt give the same
logits on every system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Isolated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Runs as one seL4 protection domain.
No device access. No Linux.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192024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48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9B8CF0"/>
                </a:solidFill>
                <a:latin typeface="Helvetica Neue"/>
              </a:rPr>
              <a:t>Bounded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6060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 is fixed at build time.
4.1 MB. No input can change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80"/>
            <a:ext cx="10607040" cy="201168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What it is for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To check that some other system ran a model correctly, you have to run it again yourself.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That means you need an engine you trust more than the one you are checking.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Existing engines are too large to trust and do not give the same answer twice.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Why other engines are not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cause is batching, not floating-point error.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vLLM, SGLang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They batch requests together.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changes how sums are split up.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Batch size depends on how busy the server is.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1000 runs of one prompt gave 80 different answers.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F2B037"/>
                </a:solidFill>
                <a:latin typeface="Helvetica Neue"/>
              </a:rPr>
              <a:t>Forcing them to be reproducible costs 1.6-2x speed.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μInference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0604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It does not batch.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One request at a time, one sum order, always.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problem does not arise.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Reproducibility costs nothing here.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0">
                <a:solidFill>
                  <a:srgbClr val="36D3C4"/>
                </a:solidFill>
                <a:latin typeface="Helvetica Neue"/>
              </a:rPr>
              <a:t>It is a result of the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84632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0474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36D3C4"/>
                </a:solidFill>
                <a:latin typeface="Menlo"/>
              </a:rPr>
              <a:t>for (j = 0; j &lt; n; j++)  val += wr[j] * x[j];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681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This loop must stay exactly this shape.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Which maths operations are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The IEEE-754 standard requires exact results for some operations, not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36D3C4"/>
                </a:solidFill>
                <a:latin typeface="Helvetica Neue"/>
              </a:rPr>
              <a:t>REQUIRED TO BE EXACT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E8ECF1"/>
                </a:solidFill>
                <a:latin typeface="Menlo"/>
              </a:rPr>
              <a:t>+   −   ×   ÷   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Any two correct systems must agree.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55C5C"/>
                </a:solidFill>
                <a:latin typeface="Helvetica Neue"/>
              </a:rPr>
              <a:t>NOT REQUIRED TO BE EXACT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915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E8ECF1"/>
                </a:solidFill>
                <a:latin typeface="Menlo"/>
              </a:rPr>
              <a:t>exp  log  sin  cos  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880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Helvetica Neue"/>
              </a:rPr>
              <a:t>Results differ between systems.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Helvetica Neue"/>
              </a:rPr>
              <a:t>So the engine only uses the exact ones. The rest were replaced: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23360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expf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1422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softmax and SwiGLU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422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polynomial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142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within 1 ULP of libm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590288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powf cosf sinf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709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replaced with a lookup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table is hashed and checked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157216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76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sqrtf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27608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used by RMSNorm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27608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kept, it is exact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276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change needed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724144"/>
            <a:ext cx="10607040" cy="512064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8430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Menlo"/>
              </a:rPr>
              <a:t>malloc, OpenMP, RNG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not maths, but not reproducible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84301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removed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843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fixed memory, one thread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How the repo is organised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One engine. Four ways to run it. The engine code is the same in all four.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783080"/>
            <a:ext cx="6400800" cy="13716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194767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mucore/  —  the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13432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mu_math.h   85   the maths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mu_core.h  133   the interface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E8ECF1"/>
                </a:solidFill>
                <a:latin typeface="Menlo"/>
              </a:rPr>
              <a:t>mu_core.c  474   the transformer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1031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>
                <a:solidFill>
                  <a:srgbClr val="36D3C4"/>
                </a:solidFill>
                <a:latin typeface="Helvetica Neue"/>
              </a:rPr>
              <a:t>692
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8B9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8B99A8"/>
                </a:solidFill>
                <a:latin typeface="Menlo"/>
              </a:rPr>
              <a:t>hosts/posix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macOS or Linux.
For development.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159 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hosts/baremetal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ARM with no
operating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338 lines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hosts/x86_64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Intel with no
operating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365 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35204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33688" y="3685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hosts/microkit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4069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Runs on seL4 as one
protection domain.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33688" y="4846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8B99A8"/>
                </a:solidFill>
                <a:latin typeface="Menlo"/>
              </a:rPr>
              <a:t>157 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440680"/>
            <a:ext cx="10607040" cy="6858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63270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The model weights are built into each image. One hash covers the code and the weights.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Result: seven systems, one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Hash of the raw output numbers from every step. 3,072,000 bytes.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621792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38528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36D3C4"/>
                </a:solidFill>
                <a:latin typeface="Menlo"/>
              </a:rPr>
              <a:t>9b78b92a305dc59611b5c53a04b538ae9c4ae18aea6c1fdbf6e45e9848b23bd2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786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60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609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21, -O2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660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18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181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21, -O0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1181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181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different optimisation level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753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22, -O2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575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753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Helvetica Neue"/>
              </a:rPr>
              <a:t>different compiler 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9502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0325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0325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GCC 16, -O2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325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macOS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0325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different compiler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074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4897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4897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clang 18, -O2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4897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Linux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97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different OS and CPU (CI)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646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46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9469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ARM, no 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9469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946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no C library at 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3218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4041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4041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Intel, no 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041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4041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different CPU maths implementation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" y="5779008"/>
            <a:ext cx="10607040" cy="402336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61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86130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seL4 / Microkit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86130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QEMU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613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the target system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The test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Built the wrong way, the output changes. So the test is real.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CORRECT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-fno-fast-math
-ffp-contract=off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36D3C4"/>
                </a:solidFill>
                <a:latin typeface="Helvetica Neue"/>
              </a:rPr>
              <a:t>0 fused multiply-add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8B99A8"/>
                </a:solidFill>
                <a:latin typeface="Menlo"/>
              </a:rPr>
              <a:t>9b78b92a…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7451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Helvetica Neue"/>
              </a:rPr>
              <a:t>WRONG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87168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E8ECF1"/>
                </a:solidFill>
                <a:latin typeface="Menlo"/>
              </a:rPr>
              <a:t>-Ofast
-march=native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E55C5C"/>
                </a:solidFill>
                <a:latin typeface="Helvetica Neue"/>
              </a:rPr>
              <a:t>96 fused multiply-add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55C5C"/>
                </a:solidFill>
                <a:latin typeface="Menlo"/>
              </a:rPr>
              <a:t>351ebd7b…  different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10607040" cy="1600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537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2B037"/>
                </a:solidFill>
                <a:latin typeface="Helvetica Neue"/>
              </a:rPr>
              <a:t>Why fused multiply-add changes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a*b+c as one instruction rounds once. As two instructions it rounds twice.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Comparing the text would not catch this. Comparing the numbers catches one bit.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All measured.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692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lines of engine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llama2.c is 973.
vLLM stack is millions.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9B8CF0"/>
                </a:solidFill>
                <a:latin typeface="Helvetica Neue"/>
              </a:rPr>
              <a:t>4.13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Same on all seven systems.
Fixed at build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F2B037"/>
                </a:solidFill>
                <a:latin typeface="Helvetica Neue"/>
              </a:rPr>
              <a:t>161 tok/s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CPU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Apple Silicon.
No BLAS, no SIMD, no threads.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1920240"/>
            <a:ext cx="251460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900" b="1">
                <a:solidFill>
                  <a:srgbClr val="36D3C4"/>
                </a:solidFill>
                <a:latin typeface="Helvetica Neue"/>
              </a:rPr>
              <a:t>1 ULP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7889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worst maths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24612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8B99A8"/>
                </a:solidFill>
                <a:latin typeface="Helvetica Neue"/>
              </a:rPr>
              <a:t>Every one of the 2^32
possible inputs checked.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434840"/>
            <a:ext cx="106070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64515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36D3C4"/>
                </a:solidFill>
                <a:latin typeface="Helvetica Neue"/>
              </a:rPr>
              <a:t>Compared against the original llama2.c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5 out of 5 test prompts give exactly the same text.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Replacing the maths functions did not change the output.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is not claimed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562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Not tested on real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562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in QEMU, an emulator.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51460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8775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Builds are not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58775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The output is the same. The binary files are not identical.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24612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4612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1927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Only one model tested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1927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stories15M, 15 million parameters. Not tested at 7 billion.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7764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7764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079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temperature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05079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Only greedy selection. Random sampling needs a fixed random seed.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0916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70916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8231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No GPU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78231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A GPU needs signed vendor firmware and a closed compiler. Both would break the claim.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440680"/>
            <a:ext cx="10607040" cy="65836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440680"/>
            <a:ext cx="54864" cy="658368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513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F2B037"/>
                </a:solidFill>
                <a:latin typeface="Helvetica Neue"/>
              </a:rPr>
              <a:t>seL4 is not fully verified on ARM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513832"/>
            <a:ext cx="6217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8ECF1"/>
                </a:solidFill>
                <a:latin typeface="Helvetica Neue"/>
              </a:rPr>
              <a:t>Correctness and integrity are proven. Confidentiality is not. Single core only. No IOMMU.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692-line engine, four hosts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Same output on seven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Runs on seL4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no memory errors (6 of 8)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exp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only exact maths used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Proved: the dot product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All of it checked in 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NEXT —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943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reproducibility (CompCert)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Total error for one token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Cover the last two functions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Run on real hardware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Test a larger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783080"/>
            <a:ext cx="3383280" cy="3931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993392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Helvetica Neue"/>
              </a:rPr>
              <a:t>LATER —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2450592"/>
            <a:ext cx="28803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reproducibility as a theorem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Prove the total error bound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Use it to check other systems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Move to RISC-V for stronger proofs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·  Try integers instead of floats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Testing is not proving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Tests check some inputs. A proof covers all of them. Both are now in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Helvetica Neue"/>
              </a:rPr>
              <a:t>STILL TESTED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Reproducibility: 7 systems, 1 prompt.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good sample. Still a sample.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F2B037"/>
                </a:solidFill>
                <a:latin typeface="Helvetica Neue"/>
              </a:rPr>
              <a:t>CompCert would make it a proof.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74519"/>
            <a:ext cx="5120640" cy="17373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84831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Helvetica Neue"/>
              </a:rPr>
              <a:t>ALREADY 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>
                <a:solidFill>
                  <a:srgbClr val="E8ECF1"/>
                </a:solidFill>
                <a:latin typeface="Menlo"/>
              </a:rPr>
              <a:t>Memory safety. The exp bound.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Checked by machine, all inputs.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Covers inputs never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86200"/>
            <a:ext cx="10607040" cy="1874519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E5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9651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55C5C"/>
                </a:solidFill>
                <a:latin typeface="Helvetica Neue"/>
              </a:rPr>
              <a:t>One thing proofs cannot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9884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A proof says the program is correct for all inputs. It says nothing about one specific run.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E8ECF1"/>
                </a:solidFill>
                <a:latin typeface="Helvetica Neue"/>
              </a:rPr>
              <a:t>To show what happened on a specific run you need attestation or re-running.</a:t>
            </a:r>
          </a:p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350" b="0">
                <a:solidFill>
                  <a:srgbClr val="8B99A8"/>
                </a:solidFill>
                <a:latin typeface="Helvetica Neue"/>
              </a:rPr>
              <a:t>Proofs make the engine worth trusting. They are not a receipt.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to prove, and what is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Run it with: make verify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92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Memory limit is never exceeded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92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8928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3099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0487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S3a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048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Only the exact maths operations are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04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LLVM IR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5 opt levels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91693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169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exp function is within a known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169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exhaustive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169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all 2^32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290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4290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No memory errors, for any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429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CBMC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6 of 8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9410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9B8CF0"/>
                </a:solidFill>
                <a:latin typeface="Menlo"/>
              </a:rPr>
              <a:t>S3b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9410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Output depends only on the inputs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941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CompCert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9410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53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36D3C4"/>
                </a:solidFill>
                <a:latin typeface="Menlo"/>
              </a:rPr>
              <a:t>S4b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4531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dot product error 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531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Rocq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453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DONE   no axioms added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9651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2B037"/>
                </a:solidFill>
                <a:latin typeface="Menlo"/>
              </a:rPr>
              <a:t>S4c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651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The total error for one token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49651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combine S4a, S4b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49651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open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772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55C5C"/>
                </a:solidFill>
                <a:latin typeface="Menlo"/>
              </a:rPr>
              <a:t>S5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547725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It computes a transformer correctly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5477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Coq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4772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1">
                <a:solidFill>
                  <a:srgbClr val="36D3C4"/>
                </a:solidFill>
                <a:latin typeface="Helvetica Neue"/>
              </a:rPr>
              <a:t>10 of 10 checks pass. Four of the eight parts are done.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Each step is a separate piece of work with its own test in 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5623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928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Run CBMC to look for crashes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9280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8928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no problems found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9514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36829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0487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048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no memory errors (S1, S2)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048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04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S2 complete, S1 6 of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288036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91693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91693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Add the maths-operations check (S3a)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169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9169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runs at 5 opt 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19272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39242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429000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4290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Prove the exp error bound (S4a)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290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4290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all 2^32 inputs, 3.4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831336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" y="39044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941064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3941064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Dot product error bound (S4b)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94106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done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4106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36D3C4"/>
                </a:solidFill>
                <a:latin typeface="Helvetica Neue"/>
              </a:rPr>
              <a:t>Rocq, no added axioms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34340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" y="44165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53128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445312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Build with CompCert (S3b)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45312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2-4 weeks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4531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B8CF0"/>
                </a:solidFill>
                <a:latin typeface="Helvetica Neue"/>
              </a:rPr>
              <a:t>REPRODUCIBILITY PROVEN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4855464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4400" y="49286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65192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4965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Total error for one token (S4c)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9651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weeks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9651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F2B037"/>
                </a:solidFill>
                <a:latin typeface="Helvetica Neue"/>
              </a:rPr>
              <a:t>combine S4a and S4b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367528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14400" y="5440680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5477256"/>
            <a:ext cx="31089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11161D"/>
                </a:solidFill>
                <a:latin typeface="Helvetica Neue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47725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Full correctness (S5)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47725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47725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E55C5C"/>
                </a:solidFill>
                <a:latin typeface="Helvetica Neue"/>
              </a:rPr>
              <a:t>not scheduled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897880"/>
            <a:ext cx="10607040" cy="45720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35040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36D3C4"/>
                </a:solidFill>
                <a:latin typeface="Helvetica Neue"/>
              </a:rPr>
              <a:t>Steps 0 to 4 are finished, including a hand-written Rocq proof.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What the benchmark does and does not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2529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B99A8"/>
                </a:solidFill>
                <a:latin typeface="Helvetica Neue"/>
              </a:rPr>
              <a:t>VERINA measures one-shot proof writing on unseen problems. That is not this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201168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4779751" cy="502920"/>
          </a:xfrm>
          <a:prstGeom prst="rect">
            <a:avLst/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1031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6D3C4"/>
                </a:solidFill>
                <a:latin typeface="Menlo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78892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788920"/>
            <a:ext cx="3443264" cy="502920"/>
          </a:xfrm>
          <a:prstGeom prst="rect">
            <a:avLst/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288036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2B037"/>
                </a:solidFill>
                <a:latin typeface="Menlo"/>
              </a:rPr>
              <a:t>52.3%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E8ECF1"/>
                </a:solidFill>
                <a:latin typeface="Helvetica Neue"/>
              </a:rPr>
              <a:t>Writing the proof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3566160"/>
            <a:ext cx="6583680" cy="502920"/>
          </a:xfrm>
          <a:prstGeom prst="rect">
            <a:avLst/>
          </a:prstGeom>
          <a:solidFill>
            <a:srgbClr val="1A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3566160"/>
            <a:ext cx="322600" cy="50292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E55C5C"/>
                </a:solidFill>
                <a:latin typeface="Menlo"/>
              </a:rPr>
              <a:t>4.9%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F2B037"/>
                </a:solidFill>
                <a:latin typeface="Helvetica Neue"/>
              </a:rPr>
              <a:t>Why the number is 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One attempt. Unseen problem. No compiler feedback. No choice of how to state the theorem.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348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6177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36D3C4"/>
                </a:solidFill>
                <a:latin typeface="Helvetica Neue"/>
              </a:rPr>
              <a:t>S4b was written anyway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E8ECF1"/>
                </a:solidFill>
                <a:latin typeface="Helvetica Neue"/>
              </a:rPr>
              <a:t>Rocq proof, no added axioms. Took about eight compile-and-fix rounds, and it caught a real error in the bound.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300" b="1">
                <a:solidFill>
                  <a:srgbClr val="E8ECF1"/>
                </a:solidFill>
                <a:latin typeface="Helvetica Neue"/>
              </a:rPr>
              <a:t>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3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057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6D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9842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36D3C4"/>
                </a:solidFill>
                <a:latin typeface="Helvetica Neue"/>
              </a:rPr>
              <a:t>Approve step 5: CompCert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68296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Two to four weeks. Turns reproducibility from something tested on 7 systems into something proven for all of them. This is the publishable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81528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F2B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33558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F2B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401568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8269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F2B037"/>
                </a:solidFill>
                <a:latin typeface="Helvetica Neue"/>
              </a:rPr>
              <a:t>Decide whether to do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66744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Full correctness needs a reference transformer written in Coq. That is a large project on its own. Suggestion: leave it out for now.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379976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15875">
            <a:solidFill>
              <a:srgbClr val="9B8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51560" y="465429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9B8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70001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1161D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5811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9B8CF0"/>
                </a:solidFill>
                <a:latin typeface="Helvetica Neue"/>
              </a:rPr>
              <a:t>Contact Theorem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965192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E8ECF1"/>
                </a:solidFill>
                <a:latin typeface="Helvetica Neue"/>
              </a:rPr>
              <a:t>A research lab working on AI for formal verification. $6M funding. Their tools found a bug in Anthropic's sampling code that testing missed.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806440"/>
            <a:ext cx="10607040" cy="420624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9161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8B99A8"/>
                </a:solidFill>
                <a:latin typeface="Menlo"/>
              </a:rPr>
              <a:t>github.com/luiscosio/muInference   ·   PR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muInference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382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8B99A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