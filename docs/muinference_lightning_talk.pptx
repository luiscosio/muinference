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e5279a1b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e5279a1b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e5279a1b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e5279a1b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μInference: SL5 Weight Enclave 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SPAR Lightning Talk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We Care About SL5? 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Frontier models  are high‑value</a:t>
            </a:r>
            <a:r>
              <a:rPr lang="en-US"/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national‑security targets.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Level 5 (SL5) aims to withstand top‑tier nation‑state attacks, not just normal cybercrime.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 Enclaves isolate model weights on air‑gapped networks with minimal software and strict allow‑by‑exception execution.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1: μInference v0 – Security by Radical Simplification 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1242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question: 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3441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smallest useful inference stack for SL5‑class environments?</a:t>
            </a:r>
            <a:endParaRPr dirty="0"/>
          </a:p>
          <a:p>
            <a:pPr marL="342900" lvl="0" indent="-3124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Approach:</a:t>
            </a:r>
            <a:r>
              <a:rPr lang="en-US" dirty="0"/>
              <a:t> </a:t>
            </a:r>
            <a:endParaRPr dirty="0"/>
          </a:p>
          <a:p>
            <a:pPr marL="742950" lvl="1" indent="-34417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14285"/>
              <a:buChar char="–"/>
            </a:pPr>
            <a:r>
              <a:rPr lang="en-US" dirty="0"/>
              <a:t>M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icrokernel/</a:t>
            </a:r>
            <a:r>
              <a:rPr lang="en-US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unikernel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/near‑bare‑metal designs with tiny kernels and minimal libc.</a:t>
            </a:r>
            <a:endParaRPr dirty="0"/>
          </a:p>
          <a:p>
            <a:pPr marL="342900" lvl="0" indent="-3124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Measured compiled LOC and reachable dependencies rather than repository size.</a:t>
            </a:r>
            <a:endParaRPr dirty="0"/>
          </a:p>
          <a:p>
            <a:pPr marL="342900" lvl="0" indent="-3124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Result: 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00100" lvl="1" indent="-312420">
              <a:spcBef>
                <a:spcPts val="640"/>
              </a:spcBef>
              <a:buSzPct val="100000"/>
              <a:buChar char="•"/>
            </a:pPr>
            <a:r>
              <a:rPr lang="en-US" dirty="0"/>
              <a:t>S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howed we can remove large parts of conventional ML infrastructure while keeping inference working.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2: SL5 Evolves</a:t>
            </a:r>
            <a:endParaRPr dirty="0"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342900" lvl="0" indent="-31242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SL5 work from the ecosystem added guidance and architecture choices:</a:t>
            </a:r>
            <a:endParaRPr dirty="0"/>
          </a:p>
          <a:p>
            <a:pPr marL="742950" lvl="1" indent="-34417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 Enclaves inside an air‑gapped SL5 network, with low‑bandwidth boundaries.</a:t>
            </a:r>
            <a:endParaRPr dirty="0"/>
          </a:p>
          <a:p>
            <a:pPr marL="742950" lvl="1" indent="-34417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security: accelerators as independent security domains with attestation and memory isolation.</a:t>
            </a:r>
            <a:endParaRPr dirty="0"/>
          </a:p>
          <a:p>
            <a:pPr marL="742950" lvl="1" indent="-34417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Stronger supply‑chain and adversarial‑data controls.</a:t>
            </a:r>
            <a:endParaRPr dirty="0"/>
          </a:p>
          <a:p>
            <a:pPr marL="342900" lvl="0" indent="-3124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responded by upgrading μInference from “just minimization” to an actual Weight Enclave prototype.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3: seL4‑Backed Weight Enclave (Today)</a:t>
            </a:r>
            <a:endParaRPr/>
          </a:p>
        </p:txBody>
      </p:sp>
      <p:pic>
        <p:nvPicPr>
          <p:cNvPr id="109" name="Google Shape;109;p17" descr="muinference_sel4_architectur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980" y="2333445"/>
            <a:ext cx="77724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Formal Methods &amp; Memory Safety Path</a:t>
            </a: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lvl="0" indent="-2971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 b="1" dirty="0">
                <a:solidFill>
                  <a:schemeClr val="dk1"/>
                </a:solidFill>
              </a:rPr>
              <a:t>se4l: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fully formally verified OS kernel used as our isolation anchor.</a:t>
            </a:r>
            <a:endParaRPr dirty="0"/>
          </a:p>
          <a:p>
            <a:pPr marL="342900" lvl="0" indent="-2971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 b="1" dirty="0">
                <a:solidFill>
                  <a:schemeClr val="dk1"/>
                </a:solidFill>
              </a:rPr>
              <a:t>CAmkES VM: 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runs a small </a:t>
            </a:r>
            <a:r>
              <a:rPr lang="en-US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Buildroot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Linux image hosting μInference.</a:t>
            </a:r>
            <a:endParaRPr dirty="0"/>
          </a:p>
          <a:p>
            <a:pPr marL="342900" lvl="0" indent="-29718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 b="1" dirty="0">
                <a:solidFill>
                  <a:schemeClr val="dk1"/>
                </a:solidFill>
              </a:rPr>
              <a:t>Inference engines: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PyTorch/Transformers (Python); we treat Python as our target for safety‑critical paths.</a:t>
            </a:r>
            <a:endParaRPr dirty="0"/>
          </a:p>
          <a:p>
            <a:pPr marL="342900" lvl="0" indent="-29718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align with SL5’s recommendation to refactor or rewrite critical C into safer languages and eventually formally verify the critical few components.</a:t>
            </a:r>
            <a:endParaRPr dirty="0"/>
          </a:p>
          <a:p>
            <a:pPr marL="342900" lvl="0" indent="-29718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DARPA’s TRACTOR program reinforces this direction: automatically translating legacy C into high‑quality Python to eliminate entire classes of memory‑safety bugs.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GPU Challenge</a:t>
            </a: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lvl="0" indent="-29718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SL5’s machine‑security picture wants accelerators as independent security domains with device‑controlled memory and strong isolation. </a:t>
            </a:r>
            <a:endParaRPr dirty="0"/>
          </a:p>
          <a:p>
            <a:pPr marL="342900" lvl="0" indent="-29718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 b="1" dirty="0">
                <a:solidFill>
                  <a:schemeClr val="dk1"/>
                </a:solidFill>
              </a:rPr>
              <a:t>Today: 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NVIDIA’s GPU stack expects a big Linux driver environment. </a:t>
            </a:r>
            <a:r>
              <a:rPr lang="en-US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Buildroot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Linux cannot yet drive the GPU directly.</a:t>
            </a:r>
            <a:endParaRPr dirty="0"/>
          </a:p>
          <a:p>
            <a:pPr marL="342900" lvl="0" indent="-29718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 b="1" dirty="0">
                <a:solidFill>
                  <a:schemeClr val="dk1"/>
                </a:solidFill>
              </a:rPr>
              <a:t>Workaround: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host a </a:t>
            </a:r>
            <a:r>
              <a:rPr lang="en-US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Buildroot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Linux VM inside seL4 and pass the GPU through to the VM.</a:t>
            </a:r>
            <a:endParaRPr dirty="0"/>
          </a:p>
          <a:p>
            <a:pPr marL="342900" lvl="0" indent="-29718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 b="1" dirty="0">
                <a:solidFill>
                  <a:schemeClr val="dk1"/>
                </a:solidFill>
              </a:rPr>
              <a:t>Downside: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this inflates the trusted computing base – we have to trust the guest kernel + driver stack for GPU access.</a:t>
            </a:r>
            <a:endParaRPr dirty="0"/>
          </a:p>
          <a:p>
            <a:pPr marL="342900" lvl="0" indent="-29718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 b="1" dirty="0">
                <a:solidFill>
                  <a:schemeClr val="dk1"/>
                </a:solidFill>
              </a:rPr>
              <a:t>Future work: 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 for </a:t>
            </a:r>
            <a:r>
              <a:rPr lang="en-US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Buildroot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Linux‑aware GPU drivers and stronger GPU confidential‑compute features that match SL5, so we can remove the guest OS from the weight‑touching ring.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We Measured &amp; Why It Matters</a:t>
            </a:r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342900" lvl="0" indent="-31242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 &amp; dependency shrink: μInference stack vs a normal gpt‑oss‑20B(high) GPU container.</a:t>
            </a:r>
            <a:endParaRPr/>
          </a:p>
          <a:p>
            <a:pPr marL="342900" lvl="0" indent="-3124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surface: nmap + socket listings to show muinference exposes a single narrow RPC channel.</a:t>
            </a:r>
            <a:endParaRPr/>
          </a:p>
          <a:p>
            <a:pPr marL="342900" lvl="0" indent="-3124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fuzzing of the RPC protocol to test robustness.</a:t>
            </a:r>
            <a:endParaRPr/>
          </a:p>
          <a:p>
            <a:pPr marL="342900" lvl="0" indent="-3124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Bandwidth‑limited egress proxy: text‑speed only (KB/s) – exfiltrating multi‑GB or TB‑scale weights would take decades to centuries.</a:t>
            </a:r>
            <a:endParaRPr/>
          </a:p>
          <a:p>
            <a:pPr marL="342900" lvl="0" indent="-3124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Takeaway: smaller, more isolated stacks give us a path to SL5‑style Weight Enclaves that are actually implementable on today’s hardware.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does all this fit together?</a:t>
            </a:r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" name="Google Shape;134;p21" title="Gemini_Generated_Image_vcsjvqvcsjvqvcsj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69035"/>
            <a:ext cx="9144003" cy="4987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What’s Next?</a:t>
            </a:r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Tighten the μInference TCB further: more Python, fewer moving parts near weights. 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Explore formal verification and AI‑assisted hardening for the most critical code paths.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b="1" dirty="0">
                <a:solidFill>
                  <a:schemeClr val="dk1"/>
                </a:solidFill>
              </a:rPr>
              <a:t>Goal: 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labs need SL5, they can plug in a working reference design instead of starting from scratch.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QA</a:t>
            </a:r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f611b9f-07f9-4735-9f2f-45a599566f6b}" enabled="1" method="Standard" siteId="{261bc682-cd4a-4ee7-8ae4-9e82e1342e7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621</Words>
  <Application>Microsoft Office PowerPoint</Application>
  <PresentationFormat>On-screen Show (4:3)</PresentationFormat>
  <Paragraphs>45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μInference: SL5 Weight Enclave </vt:lpstr>
      <vt:lpstr>Why We Care About SL5? </vt:lpstr>
      <vt:lpstr>Phase 1: μInference v0 – Security by Radical Simplification </vt:lpstr>
      <vt:lpstr>Phase 2: SL5 Evolves</vt:lpstr>
      <vt:lpstr>Phase 3: seL4‑Backed Weight Enclave (Today)</vt:lpstr>
      <vt:lpstr>Formal Methods &amp; Memory Safety Path</vt:lpstr>
      <vt:lpstr>The GPU Challenge</vt:lpstr>
      <vt:lpstr>What We Measured &amp; Why It Matters</vt:lpstr>
      <vt:lpstr>How does all this fit together?</vt:lpstr>
      <vt:lpstr>What’s Next?</vt:lpstr>
      <vt:lpstr>QA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Luis Cosio</cp:lastModifiedBy>
  <cp:revision>3</cp:revision>
  <dcterms:modified xsi:type="dcterms:W3CDTF">2025-12-08T07:46:20Z</dcterms:modified>
</cp:coreProperties>
</file>